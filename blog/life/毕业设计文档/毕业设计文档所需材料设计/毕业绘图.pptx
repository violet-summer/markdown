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2D94D-E857-47C5-862B-66C5104FD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1DEFAF-8E4D-4DEF-88CA-E8058A3B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68940-23DB-4987-BAC8-EF93DCC1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AB2247-3316-41DB-8B9C-D8290890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86A2E-6EC9-485F-8359-CABBB248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96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25CCF-CBF9-4C4C-8F10-333E6AE3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C949A-000A-4BA7-8313-023526CF1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208453-A3A9-4626-ABCE-E24B461E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61AE87-C989-4DE4-9369-05D5794E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9A7AA5-8298-410C-834F-6222183B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44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787CE-4D3E-4BF4-9782-778EC33F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E6B82C-0D86-4630-9F99-481DB5037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D8073-DDBC-49D7-A0C2-F15DE160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9D78E4-166D-48CB-B650-78CF78CD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29539-0285-4FBE-AC20-8621A17C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31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FDC77-9373-4854-9797-4AA09317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0AC8C0-E58C-4A64-96BC-4AFAAE907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6ED3C3-0701-48BE-9B9C-D763C789C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FC3047-B568-4F44-8BAA-8AA59CEB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99C155-E2E3-4F43-8C3B-617DD904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71528-CD26-4843-8FC3-1E652808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57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3A2D-737F-45EE-AB0B-783DD288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ED3F63-6404-4AA2-BB55-5925A32D5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DA06ED-7ECC-409D-AA92-DE4BC69C4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B6058C-3106-4675-9B17-89E267855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ED4D63-1230-4109-A77A-37C348C64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1CCBB1-9F35-4B91-BF1F-5F0DA7ED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93EE08-5846-494A-9AEC-63CF4322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BE14C5-E5BB-4F0B-9688-067DA5F7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45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D0A99-C1F8-4944-9DC1-D2AAF171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F5FC8A-7A43-40CC-8637-EEEC9D87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E83E5A-3367-4093-AA99-57C5E96B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3ACC58-7334-4D8C-8CFE-DBF221CB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73BDA0-8AEC-4086-9549-F0467E2A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409DC3-78B8-475E-BA4D-C0551A45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249E68-425F-4936-8311-796838A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07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8BB2B-FCAA-4F7C-B397-2F68170A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E0F0A-7068-42C2-90A7-DA5B8E790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29DBE4-84A9-4471-94D9-79D5CF3BB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3D8B71-D035-4E88-9903-C67E735F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794B7B-8CE0-4882-98EF-1357DB9A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A4F16C-99F4-4F9A-BA6B-A648859E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3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7B94A-A67C-49D7-8A12-1602287B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6FEF03-CE44-49D4-9D5E-DCB2CA5D0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F52F23-61D4-49BB-81D1-1D436E450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493B1B-4A0F-4CC6-9FB1-E2F7167D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2C745-7B4E-446B-8CA9-A5229CE9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53D66-B262-498D-B1DD-FD105680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0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4D7B1-4437-418F-9B4C-05DBCBF2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CAED2B-1516-4598-87E0-87FE81247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36092-66ED-4C7D-A0F9-775F46DB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EB22F6-5CB6-47DE-81C5-478FED1E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CFFF5A-0FF3-4885-860A-4AA67504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5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50F38A-29BE-4D42-B54C-70260B37B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E54723-107F-44FE-BAED-51ADBD248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D7AB1-4FC2-469A-B139-C24D95FE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184D31-9706-4FD3-BA55-BC47D675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55284-6AB6-407E-939E-00913723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3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D85017-9F5B-4646-9515-22BEBB26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422DE-729A-44E3-B4CE-8528E61B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E2851A-23F6-47A5-9626-CE37B2A3E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761E0-9891-458C-86C3-489CDF0B99C4}" type="datetimeFigureOut">
              <a:rPr lang="zh-CN" altLang="en-US" smtClean="0"/>
              <a:t>2026/04/16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9F710-9946-4F00-AF22-F8A6A9FA9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192AC-DCC9-4761-A5E8-523D7F179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3C5E1-E23E-4623-9643-BA41E42AE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4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FEEDDF7-6986-4502-AEEA-DF5D35C2D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67" y="2226933"/>
            <a:ext cx="4348431" cy="21509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A1D3B2-4E69-4171-B11D-FD841D9BF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26932"/>
            <a:ext cx="4348431" cy="21509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46ECF8E-D369-4568-A08E-DAEB8FBD21A1}"/>
              </a:ext>
            </a:extLst>
          </p:cNvPr>
          <p:cNvSpPr txBox="1"/>
          <p:nvPr/>
        </p:nvSpPr>
        <p:spPr>
          <a:xfrm>
            <a:off x="2486220" y="4499263"/>
            <a:ext cx="123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首页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夜晚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CDB248-7F6F-446C-8065-986CF00BC906}"/>
              </a:ext>
            </a:extLst>
          </p:cNvPr>
          <p:cNvSpPr txBox="1"/>
          <p:nvPr/>
        </p:nvSpPr>
        <p:spPr>
          <a:xfrm>
            <a:off x="7654553" y="4499263"/>
            <a:ext cx="123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首页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白昼</a:t>
            </a:r>
          </a:p>
        </p:txBody>
      </p:sp>
    </p:spTree>
    <p:extLst>
      <p:ext uri="{BB962C8B-B14F-4D97-AF65-F5344CB8AC3E}">
        <p14:creationId xmlns:p14="http://schemas.microsoft.com/office/powerpoint/2010/main" val="337916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FDA87B-C6AE-4BD9-B1E1-EDEF728AF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53" y="1828798"/>
            <a:ext cx="4805465" cy="24662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A85714-2008-435F-8774-12EB5C91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885" y="1828797"/>
            <a:ext cx="4944524" cy="246629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F80A88D-33DD-48C0-9BC2-AE165CE61C17}"/>
              </a:ext>
            </a:extLst>
          </p:cNvPr>
          <p:cNvSpPr txBox="1"/>
          <p:nvPr/>
        </p:nvSpPr>
        <p:spPr>
          <a:xfrm>
            <a:off x="1929946" y="441850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参数驱动布局生成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预览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653104-5077-488A-9C07-736D253270E5}"/>
              </a:ext>
            </a:extLst>
          </p:cNvPr>
          <p:cNvSpPr txBox="1"/>
          <p:nvPr/>
        </p:nvSpPr>
        <p:spPr>
          <a:xfrm>
            <a:off x="7900149" y="43793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布局编辑</a:t>
            </a:r>
          </a:p>
        </p:txBody>
      </p:sp>
    </p:spTree>
    <p:extLst>
      <p:ext uri="{BB962C8B-B14F-4D97-AF65-F5344CB8AC3E}">
        <p14:creationId xmlns:p14="http://schemas.microsoft.com/office/powerpoint/2010/main" val="296172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C06E2A3-71E4-478A-91F0-2C70E849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298" y="1756529"/>
            <a:ext cx="6543174" cy="33449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109C3AF-1A4C-4D85-9D65-340C89C0EC9B}"/>
              </a:ext>
            </a:extLst>
          </p:cNvPr>
          <p:cNvSpPr txBox="1"/>
          <p:nvPr/>
        </p:nvSpPr>
        <p:spPr>
          <a:xfrm>
            <a:off x="6221373" y="5185063"/>
            <a:ext cx="111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模型预览</a:t>
            </a:r>
          </a:p>
        </p:txBody>
      </p:sp>
    </p:spTree>
    <p:extLst>
      <p:ext uri="{BB962C8B-B14F-4D97-AF65-F5344CB8AC3E}">
        <p14:creationId xmlns:p14="http://schemas.microsoft.com/office/powerpoint/2010/main" val="66050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>
            <a:extLst>
              <a:ext uri="{FF2B5EF4-FFF2-40B4-BE49-F238E27FC236}">
                <a16:creationId xmlns:a16="http://schemas.microsoft.com/office/drawing/2014/main" id="{8FAB364F-F711-463F-AA10-E95C8C738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5472" y="508457"/>
            <a:ext cx="12192000" cy="446948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9F81561-6C3C-403C-B625-7EFC8497CE87}"/>
              </a:ext>
            </a:extLst>
          </p:cNvPr>
          <p:cNvSpPr txBox="1"/>
          <p:nvPr/>
        </p:nvSpPr>
        <p:spPr>
          <a:xfrm>
            <a:off x="5080337" y="509154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业务端系统架构图</a:t>
            </a:r>
          </a:p>
        </p:txBody>
      </p:sp>
    </p:spTree>
    <p:extLst>
      <p:ext uri="{BB962C8B-B14F-4D97-AF65-F5344CB8AC3E}">
        <p14:creationId xmlns:p14="http://schemas.microsoft.com/office/powerpoint/2010/main" val="400369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2B3AAB4-4D01-47B6-9B23-41E3F71FC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10" y="2005445"/>
            <a:ext cx="11275884" cy="322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10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6AB2017-93EF-45EB-9E26-DBC3BA0A6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65" y="1506682"/>
            <a:ext cx="10833264" cy="42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58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22</Words>
  <Application>Microsoft Office PowerPoint</Application>
  <PresentationFormat>宽屏</PresentationFormat>
  <Paragraphs>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夏源 石</dc:creator>
  <cp:lastModifiedBy>夏源 石</cp:lastModifiedBy>
  <cp:revision>10</cp:revision>
  <dcterms:created xsi:type="dcterms:W3CDTF">2026-04-07T15:48:16Z</dcterms:created>
  <dcterms:modified xsi:type="dcterms:W3CDTF">2026-04-16T10:23:43Z</dcterms:modified>
</cp:coreProperties>
</file>